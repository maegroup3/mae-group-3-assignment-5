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8619-CA38-456C-8553-4D9805537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DA058-5B85-4E3B-A37F-AF8E365C0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7F6DF-CDBE-43A4-9FC6-FC6B5269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E4EA0-284B-428D-A473-2632258B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C007-A96C-4086-A909-079D2FD4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6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6C30-F4CC-4A25-90BE-4BA42EC3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52726-CE80-4255-B155-FC9B4F03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81F09-AA45-4064-A6ED-E9D311B0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B69FA-5E82-4C7D-86FD-AECB96F6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EA5C1-DC03-4BB3-A3EB-0809DA23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9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FDB6-3721-46A8-82B2-4E515D57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CEA00-BC6F-4F55-99CF-416762C4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5A56-C5DB-4526-9042-4ECF400A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811A4-873A-4365-8CED-4E9291BF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3BE33-0FEB-4778-B7F2-0A7B352B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6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D8D3-8E3A-4F33-9637-8DE533A82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E8AC-B072-420D-837E-F6947EE9F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EA676-8E74-4FB8-BB92-159ADBD78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430E-382B-4E97-A437-01400704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519F-7949-4E01-9180-6E04F7A6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E1B0C-E0DF-4844-85A9-779E88CE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1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5216-F70B-4774-BA34-B57C5033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B3F39-C424-495A-9996-BB97CB44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E5364-0798-4EC7-BDBD-19221010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A078C-8C9E-4472-AF82-AC047D42B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31711-BB5E-447F-B207-CF1F464A1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7D99C-EA2D-4216-AD2B-BE9DDFAD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617C2-C60B-471D-A9A8-ECB80600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C1E1A-7E79-448A-B69C-7447D181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AB66-D4F8-4C78-A372-842177BE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176C2-A268-46F1-8E9A-C928B4FD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FBBA8-9904-4B71-91F6-844C81D6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D09F4-3E3F-4117-B8DC-E99B1B93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57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4EF05-C72C-4C84-8C3D-DCD1A72C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C3A70-D061-4C84-98AE-1D05E8A7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2CD40-F268-44F2-A606-044094E5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1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80ED-E642-43E4-92BD-DEE1C19B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7E80-085D-45FA-8374-B70F443A2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EE324-2D69-4ABB-97F6-84BC5CDB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8E1D7-9DEB-417B-9230-315BB2F8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09414-F3B5-490A-AB04-2C8288C5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55A3A-89AC-48C6-9F95-5EED7213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3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FA2B-81EB-479A-ACF9-E319EF10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701F0-0038-43E0-ADBE-683AF4F84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EAC30-E66D-464E-B86E-2C3A991AE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DBA44-25E2-4976-9B5E-40C9B12E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EB761-B596-459D-AB00-65F282FC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8D2BB-3449-4849-B66E-B7D26F5C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3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D993-A694-4E84-8C44-7A123F1D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D259A-2432-4258-86E5-DD5857175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8FA87-8A3F-480B-9166-0DF707A6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76E5-BF84-4FA5-B553-EF4D4436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30B00-19EA-4C5E-8D74-29255CC6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4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B219A-7572-4F20-A8C8-ED01BA504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004EA-0A66-4D09-9071-BA3242E22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92B67-A04B-4825-ADC3-451ACE72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C22ED-35B1-4837-BDD9-EC7B9AEE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EA47-BB4E-4853-8507-09B44329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3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EA7C06-5D08-4AB0-BAED-9C1F093E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FFB28-D5F1-43A9-9C88-A6EBB1763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CE247-42FD-47B2-B94E-3341B0B85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CFDE3-B03C-4FBE-AEDC-14EA16B500C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F649F-DC3E-484C-B299-7B5B8FB6C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B3559-9FD1-4109-B025-0E09B4D3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FDE1-0B99-4E12-8BC8-8BB9E72819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NUMERICAL ANALYSIS</a:t>
            </a:r>
            <a:br>
              <a:rPr lang="en-US" dirty="0"/>
            </a:br>
            <a:r>
              <a:rPr lang="en-US" dirty="0"/>
              <a:t>GROUP 3 ASSIGNMENT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47DEF-A7AC-424F-9445-57DA02CE6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9532884" cy="2133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1.Ssenyonjo Trevor  BU/UP/2025/05769</a:t>
            </a:r>
          </a:p>
          <a:p>
            <a:r>
              <a:rPr lang="en-US" dirty="0"/>
              <a:t>2.Nakakande Rachael BU/UP/2025/05767</a:t>
            </a:r>
          </a:p>
          <a:p>
            <a:r>
              <a:rPr lang="en-US" dirty="0"/>
              <a:t>3.Lyka Amelia </a:t>
            </a:r>
            <a:r>
              <a:rPr lang="en-US" dirty="0" err="1"/>
              <a:t>Kirabo</a:t>
            </a:r>
            <a:r>
              <a:rPr lang="en-US" dirty="0"/>
              <a:t> BU/UP/2025/05765</a:t>
            </a:r>
          </a:p>
          <a:p>
            <a:r>
              <a:rPr lang="en-US" dirty="0"/>
              <a:t>4. Henry Hannington Drichi BU/UP/2025/4963</a:t>
            </a:r>
          </a:p>
          <a:p>
            <a:r>
              <a:rPr lang="en-US" dirty="0"/>
              <a:t>5. </a:t>
            </a:r>
            <a:r>
              <a:rPr lang="en-US" dirty="0" err="1"/>
              <a:t>Atwanzire</a:t>
            </a:r>
            <a:r>
              <a:rPr lang="en-US" dirty="0"/>
              <a:t> Victor BU/UP/2025/5176</a:t>
            </a:r>
          </a:p>
        </p:txBody>
      </p:sp>
    </p:spTree>
    <p:extLst>
      <p:ext uri="{BB962C8B-B14F-4D97-AF65-F5344CB8AC3E}">
        <p14:creationId xmlns:p14="http://schemas.microsoft.com/office/powerpoint/2010/main" val="114241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7EFF-E648-4B85-9C42-8B03C130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111F-9DFD-4A07-93DB-A40AEF9B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/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assignment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covers the theoretical foundation, algorithm design (pseudocode &amp; flowcharts), and programmatic implementation for three core numerical algorithms: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Secant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(Root Finding)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Newton-Raphson Method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(Root Finding)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Runge-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Kutta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4th Order Method (RK4)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(Numerical Solution of Differential Equations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91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5AFF-D223-4F15-AEC7-4CB423B3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955B0A-3AD9-4E15-B6B4-94740A011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742950" marR="0" lvl="1" indent="-285750">
                  <a:buFont typeface="+mj-lt"/>
                  <a:buAutoNum type="arabicPeriod"/>
                </a:pPr>
                <a:r>
                  <a:rPr lang="en-US" sz="1600" b="1" u="sng" kern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SECANT METHOD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Find the root of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=1.0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=2.0, </m:t>
                    </m:r>
                  </m:oMath>
                </a14:m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target tolerance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 = </m:t>
                    </m:r>
                    <m:sSup>
                      <m:sSup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PSEUDO-CODE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𝐼𝑛𝑝𝑢𝑡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0 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,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𝑡𝑜𝑙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max</m:t>
                    </m:r>
                    <m: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⁡_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𝑤ℎ𝑖𝑙𝑒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𝑖𝑡𝑒𝑟𝑎𝑡𝑖𝑜𝑛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max</m:t>
                    </m:r>
                    <m: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⁡_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𝐷𝑂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 </m:t>
                    </m:r>
                    <m:sSubSup>
                      <m:sSubSup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−2)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)=(</m:t>
                        </m:r>
                        <m:sSubSup>
                          <m:sSubSup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 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&lt;1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−12 ,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𝑇ℎ𝑒𝑛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𝑃𝑟𝑖𝑛𝑡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"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𝐸𝑟𝑟𝑜𝑟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𝐷𝑖𝑣𝑖𝑠𝑖𝑜𝑛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𝑏𝑦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𝑛𝑒𝑎𝑟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𝑧𝑒𝑟𝑜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"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𝐵𝑟𝑒𝑎𝑘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𝑖𝑓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 </m:t>
                    </m:r>
                    <m:f>
                      <m:f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𝑡𝑜𝑙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𝑇ℎ𝑒𝑛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𝑃𝑟𝑖𝑛𝑡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"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𝑅𝑜𝑜𝑡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𝑓𝑜𝑢𝑛𝑑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 ",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𝐵𝑟𝑒𝑎𝑘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1 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955B0A-3AD9-4E15-B6B4-94740A011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4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58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94D6-E87C-4A77-AF1B-B706AEDF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DESCRIPTION</a:t>
            </a: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4308E8-E331-473B-BD1B-B757C94196F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007" y="1481959"/>
            <a:ext cx="5170248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7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11EE2-4AF6-4428-9438-E7FE0154A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193" y="-73572"/>
            <a:ext cx="5315607" cy="625053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% Secant Method using a WHILE loop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@(x) x^3 - x - 2;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= 1.0;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= 2.0;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0.0001;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100;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 =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+ 1;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\t    x2\t\t   f(x2)\n');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('----------------------------------\n');</a:t>
            </a:r>
          </a:p>
          <a:p>
            <a:pPr marL="0" indent="0">
              <a:buNone/>
            </a:pP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04CDE-36BD-414F-A0AE-EE24965E6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-73572"/>
            <a:ext cx="5334000" cy="6250535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diff &gt;=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f0 = f(x0);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f1 = f(x1);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abs(f1 - f0) &lt; 1e-12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error('Division by near-zero encountered.');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 = x1 - f1 * (x1 - x0) / (f1 - f0);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diff = abs(x2 - x1);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('%d\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\n',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x2, f(x2));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x0 = x1;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x1 = x2;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('\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nApproximate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Root: %.6f\n', x2);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80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A3A24-E84C-4BB7-A8A4-BFFB509DF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-84083"/>
            <a:ext cx="12192000" cy="694208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Secant Method using a FOR loop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@(x) x^3 - x - 2;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= 1.0;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= 2.0;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n_steps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\t    x2\t\t   f(x2)\n');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('----------------------------------\n');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1:n_steps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f0 = f(x0);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f1 = f(x1);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 = x1 - f1 * (x1 - x0) / (f1 - f0);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('%d\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\n',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x2, f(x2));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x0 = x1;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x1 = x2;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%d iterations: %.6f\n',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n_steps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x2);</a:t>
            </a:r>
          </a:p>
        </p:txBody>
      </p:sp>
    </p:spTree>
    <p:extLst>
      <p:ext uri="{BB962C8B-B14F-4D97-AF65-F5344CB8AC3E}">
        <p14:creationId xmlns:p14="http://schemas.microsoft.com/office/powerpoint/2010/main" val="210771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2FB66-04F8-4BFC-B070-A17692413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5100" b="1" u="sng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NEWTON-RAPHSON METHOD</a:t>
                </a:r>
                <a:endParaRPr lang="en-US" sz="5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root of </a:t>
                </a:r>
                <a14:m>
                  <m:oMath xmlns:m="http://schemas.openxmlformats.org/officeDocument/2006/math"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−5(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𝑐𝑜𝑚𝑝𝑢𝑡𝑖𝑛𝑔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5)</m:t>
                    </m:r>
                  </m:oMath>
                </a14:m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=2.0 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𝑎𝑛𝑑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tolerance </a:t>
                </a:r>
                <a14:m>
                  <m:oMath xmlns:m="http://schemas.openxmlformats.org/officeDocument/2006/math"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 = </m:t>
                    </m:r>
                    <m:sSup>
                      <m:sSup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35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PSEUDOCODE</a:t>
                </a:r>
                <a:endParaRPr lang="en-US" sz="35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INPUT x0,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tol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max_iter</a:t>
                </a:r>
                <a:endParaRPr lang="en-US" sz="35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WHILE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max_iter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DO: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x0^2 - 5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2 * x0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IF |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&lt; 1e-12 THEN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PRINT "Derivative near zero"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BREAK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END IF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x1 = x0 - (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/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IF |x1 - x0| &lt;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tol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PRINT "Root found: ", x1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BREAK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END IF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x0 = x1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+ 1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END WHILE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2FB66-04F8-4BFC-B070-A17692413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2"/>
                <a:stretch>
                  <a:fillRect l="-900" t="-1689" b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87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67B3-BC58-45C0-B275-E9B91277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DESCRIPTION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A58CE6-93FF-490A-BB03-5E181FB453A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544" y="1429407"/>
            <a:ext cx="5390966" cy="506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F88D-E699-4527-B783-C9F247789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marR="0"/>
            <a:r>
              <a:rPr lang="en-US" sz="33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Newton-Raphson Method using a WHILE loop</a:t>
            </a:r>
            <a:endParaRPr lang="en-US" sz="3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 = @(x) x^2 - 5;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 = @(x) 2*x;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x0 = 2.0;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0.0001;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max_iter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100;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0;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+ 1;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\t    x1\t\t   f(x1)\n');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('----------------------------------\n');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 diff &gt;=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max_iter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f(x0);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df(x0);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if abs(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&lt; 1e-12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error('Derivative is too close to zero.');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end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x1 = x0 -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diff = abs(x1 - x0);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+ 1;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('%d\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\n',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x1, f(x1));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x0 = x1;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nApproximate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Root: %.6f\n', x1);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0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BEE9-9FB2-4829-A73F-CCCC27FB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92001" cy="6858000"/>
          </a:xfrm>
        </p:spPr>
        <p:txBody>
          <a:bodyPr/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Newton-Raphson Method using a FOR loop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 = @(x) x^2 - 5;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 = @(x) 2*x;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x0 = 2.0;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n_steps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6;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\t    x1\t\t   f(x1)\n');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('----------------------------------\n');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1:n_steps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x1 = x0 - (f(x0) / df(x0));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('%d\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\n',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x1, f(x1));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x0 = x1;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nRoot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after %d iterations: %.6f\n',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n_steps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x1);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20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9F5341-B79A-4340-B9A4-800BC81BA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72" y="0"/>
                <a:ext cx="12118428" cy="6858000"/>
              </a:xfrm>
            </p:spPr>
            <p:txBody>
              <a:bodyPr>
                <a:normAutofit/>
              </a:bodyPr>
              <a:lstStyle/>
              <a:p>
                <a:pPr marL="0" marR="0"/>
                <a:r>
                  <a:rPr lang="en-US" sz="24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3.RUNGE-KUTTA 4TH ORDER (RK4) METHOD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Solve the initial value problem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y(0) = 1,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size h = 0.1, to approximate y(0.5).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PSEUDOCODE (for the for loop)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INPUT x0, y0,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x_target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h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n_steps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x_target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x0) / h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 = x0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 = y0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 TO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n_steps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DO: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k1 = h * f(x, y)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k2 = h * f(x + h/2, y + k1/2)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k3 = h * f(x + h/2, y + k2/2)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k4 = h * f(x + h, y + k3)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y = y + (k1 + 2*k2 + 2*k3 + k4) / 6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x = x + h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PRINT x, y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END FOR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9F5341-B79A-4340-B9A4-800BC81BA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72" y="0"/>
                <a:ext cx="12118428" cy="6858000"/>
              </a:xfrm>
              <a:blipFill>
                <a:blip r:embed="rId2"/>
                <a:stretch>
                  <a:fillRect l="-654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29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BE16-E898-431D-AE1C-06CBECFC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FLOWCHART DESCRIPTION</a:t>
            </a:r>
            <a:endParaRPr lang="en-US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C2C11A-3A56-4DE2-B775-5374C606B1B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737" y="1615446"/>
            <a:ext cx="5454028" cy="476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8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2F348-AE48-4B18-8F41-F322FEE9B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572" y="0"/>
            <a:ext cx="12265572" cy="6858000"/>
          </a:xfrm>
        </p:spPr>
        <p:txBody>
          <a:bodyPr>
            <a:normAutofit fontScale="250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RK4 Method using a WHILE loop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= @(x, y) x + y;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x0 = 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y0 = 1;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0.5;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 = 0.1; 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x0;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y0;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= 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('Step\t    x\t\t    y\n');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('----------------------------------\n');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\n', x,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 x &lt;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% Ensure last step fits exact boundary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(x + h) &gt;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h =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x;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k1 = h * f(x,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k2 = h * f(x + h/2, y + k1/2);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k3 = h * f(x + h/2, y + k2/2);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k4 = h * f(x + h, y + k3);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y = y + (k1 + 2*k2 + 2*k3 + k4)/6;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x = x + h;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step = step + 1;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('%d\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\n', step, x,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nFinal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Solution at x = %.2f is y = %.6f\n',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95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1462</Words>
  <Application>Microsoft Office PowerPoint</Application>
  <PresentationFormat>Widescreen</PresentationFormat>
  <Paragraphs>180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NUMERICAL ANALYSIS GROUP 3 ASSIGNMENT 5</vt:lpstr>
      <vt:lpstr>INTRODUCTION</vt:lpstr>
      <vt:lpstr>SECANT METHOD</vt:lpstr>
      <vt:lpstr>FLOWCHART DESCRIPTION</vt:lpstr>
      <vt:lpstr>PowerPoint Presentation</vt:lpstr>
      <vt:lpstr>PowerPoint Presentation</vt:lpstr>
      <vt:lpstr>PowerPoint Presentation</vt:lpstr>
      <vt:lpstr>FLOWCHART DESCRIPTION</vt:lpstr>
      <vt:lpstr>PowerPoint Presentation</vt:lpstr>
      <vt:lpstr>PowerPoint Presentation</vt:lpstr>
      <vt:lpstr>PowerPoint Presentation</vt:lpstr>
      <vt:lpstr>FLOWCHART DESCRIPTION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ANALYSIS</dc:title>
  <dc:creator>Ssenyonjo Trevor</dc:creator>
  <cp:lastModifiedBy>racheal nakakande</cp:lastModifiedBy>
  <cp:revision>6</cp:revision>
  <dcterms:created xsi:type="dcterms:W3CDTF">2026-09-28T17:52:22Z</dcterms:created>
  <dcterms:modified xsi:type="dcterms:W3CDTF">2026-09-29T06:16:14Z</dcterms:modified>
</cp:coreProperties>
</file>